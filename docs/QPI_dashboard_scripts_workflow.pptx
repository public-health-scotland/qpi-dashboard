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BEBE48-F749-4D4E-A6E4-8792472E9F92}" v="73" dt="2024-03-07T11:22:50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9AF677-8293-414B-AA8A-7F068B9CE9C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87BCF85-2166-4625-AD57-DFDBA7BFA155}">
      <dgm:prSet phldrT="[Text]"/>
      <dgm:spPr>
        <a:solidFill>
          <a:srgbClr val="00B050"/>
        </a:solidFill>
      </dgm:spPr>
      <dgm:t>
        <a:bodyPr/>
        <a:lstStyle/>
        <a:p>
          <a:r>
            <a:rPr lang="en-GB" dirty="0" err="1"/>
            <a:t>housekeeping.R</a:t>
          </a:r>
          <a:endParaRPr lang="en-GB" dirty="0"/>
        </a:p>
      </dgm:t>
    </dgm:pt>
    <dgm:pt modelId="{3CC043BD-A7FE-4719-81B3-67182A843919}" type="parTrans" cxnId="{844FF17F-3C61-4982-8484-A256309CB4E2}">
      <dgm:prSet/>
      <dgm:spPr/>
      <dgm:t>
        <a:bodyPr/>
        <a:lstStyle/>
        <a:p>
          <a:endParaRPr lang="en-GB"/>
        </a:p>
      </dgm:t>
    </dgm:pt>
    <dgm:pt modelId="{12CC1AAD-5650-4B06-9BD7-B369035B71C7}" type="sibTrans" cxnId="{844FF17F-3C61-4982-8484-A256309CB4E2}">
      <dgm:prSet/>
      <dgm:spPr/>
      <dgm:t>
        <a:bodyPr/>
        <a:lstStyle/>
        <a:p>
          <a:endParaRPr lang="en-GB"/>
        </a:p>
      </dgm:t>
    </dgm:pt>
    <dgm:pt modelId="{6FB0BD0E-98C4-4E8A-8586-946C799417D9}">
      <dgm:prSet phldrT="[Text]"/>
      <dgm:spPr>
        <a:solidFill>
          <a:srgbClr val="7030A0"/>
        </a:solidFill>
      </dgm:spPr>
      <dgm:t>
        <a:bodyPr/>
        <a:lstStyle/>
        <a:p>
          <a:r>
            <a:rPr lang="en-GB" dirty="0" err="1"/>
            <a:t>age_gender.R</a:t>
          </a:r>
          <a:endParaRPr lang="en-GB" dirty="0"/>
        </a:p>
      </dgm:t>
    </dgm:pt>
    <dgm:pt modelId="{6EC8382E-B7F6-4D86-B0A7-88D86D270544}" type="parTrans" cxnId="{9F6C3E52-5F2B-413F-9B1D-BBA078E415A5}">
      <dgm:prSet/>
      <dgm:spPr/>
      <dgm:t>
        <a:bodyPr/>
        <a:lstStyle/>
        <a:p>
          <a:endParaRPr lang="en-GB"/>
        </a:p>
      </dgm:t>
    </dgm:pt>
    <dgm:pt modelId="{A395FAE4-659F-4B11-80F2-01E7CFC9AF9A}" type="sibTrans" cxnId="{9F6C3E52-5F2B-413F-9B1D-BBA078E415A5}">
      <dgm:prSet/>
      <dgm:spPr/>
      <dgm:t>
        <a:bodyPr/>
        <a:lstStyle/>
        <a:p>
          <a:endParaRPr lang="en-GB"/>
        </a:p>
      </dgm:t>
    </dgm:pt>
    <dgm:pt modelId="{61BE5EBA-2E87-4703-B689-FADC9FC0E050}">
      <dgm:prSet phldrT="[Text]"/>
      <dgm:spPr>
        <a:solidFill>
          <a:srgbClr val="7030A0"/>
        </a:solidFill>
      </dgm:spPr>
      <dgm:t>
        <a:bodyPr/>
        <a:lstStyle/>
        <a:p>
          <a:r>
            <a:rPr lang="en-GB" dirty="0" err="1"/>
            <a:t>case_asc.R</a:t>
          </a:r>
          <a:endParaRPr lang="en-GB" dirty="0"/>
        </a:p>
      </dgm:t>
    </dgm:pt>
    <dgm:pt modelId="{B3B1F37F-AB20-4A6C-8588-0CBC0D2C4304}" type="parTrans" cxnId="{D5AA41E2-EBC5-478D-A6D0-C4496A0C638B}">
      <dgm:prSet/>
      <dgm:spPr/>
      <dgm:t>
        <a:bodyPr/>
        <a:lstStyle/>
        <a:p>
          <a:endParaRPr lang="en-GB"/>
        </a:p>
      </dgm:t>
    </dgm:pt>
    <dgm:pt modelId="{BE333E81-C5EF-45F0-AD80-3ED180326825}" type="sibTrans" cxnId="{D5AA41E2-EBC5-478D-A6D0-C4496A0C638B}">
      <dgm:prSet/>
      <dgm:spPr/>
      <dgm:t>
        <a:bodyPr/>
        <a:lstStyle/>
        <a:p>
          <a:endParaRPr lang="en-GB"/>
        </a:p>
      </dgm:t>
    </dgm:pt>
    <dgm:pt modelId="{FF0028B4-3901-48F6-B12F-65050B94DAE9}">
      <dgm:prSet phldrT="[Text]"/>
      <dgm:spPr/>
      <dgm:t>
        <a:bodyPr/>
        <a:lstStyle/>
        <a:p>
          <a:r>
            <a:rPr lang="en-GB" dirty="0" err="1"/>
            <a:t>change_hospital_names.R</a:t>
          </a:r>
          <a:endParaRPr lang="en-GB" dirty="0"/>
        </a:p>
      </dgm:t>
    </dgm:pt>
    <dgm:pt modelId="{CFE0E01B-E3C4-4834-BF52-2631396A359F}" type="parTrans" cxnId="{C4AB0DCD-88CC-48AC-B62F-CF186527F035}">
      <dgm:prSet/>
      <dgm:spPr/>
      <dgm:t>
        <a:bodyPr/>
        <a:lstStyle/>
        <a:p>
          <a:endParaRPr lang="en-GB"/>
        </a:p>
      </dgm:t>
    </dgm:pt>
    <dgm:pt modelId="{D262F9C8-69EE-4444-BA05-88ADB6F3E726}" type="sibTrans" cxnId="{C4AB0DCD-88CC-48AC-B62F-CF186527F035}">
      <dgm:prSet/>
      <dgm:spPr/>
      <dgm:t>
        <a:bodyPr/>
        <a:lstStyle/>
        <a:p>
          <a:endParaRPr lang="en-GB"/>
        </a:p>
      </dgm:t>
    </dgm:pt>
    <dgm:pt modelId="{9BC5AA6D-2728-4623-9F7F-6F71AD21C8EA}">
      <dgm:prSet phldrT="[Text]"/>
      <dgm:spPr/>
      <dgm:t>
        <a:bodyPr/>
        <a:lstStyle/>
        <a:p>
          <a:r>
            <a:rPr lang="en-GB" dirty="0" err="1"/>
            <a:t>change_qpi_names.R</a:t>
          </a:r>
          <a:endParaRPr lang="en-GB" dirty="0"/>
        </a:p>
      </dgm:t>
    </dgm:pt>
    <dgm:pt modelId="{2A496C35-7BEC-4C09-A4D3-BB38DB49D8F5}" type="parTrans" cxnId="{80F48201-78F7-438F-8D85-09A8AB03F8F2}">
      <dgm:prSet/>
      <dgm:spPr/>
      <dgm:t>
        <a:bodyPr/>
        <a:lstStyle/>
        <a:p>
          <a:endParaRPr lang="en-GB"/>
        </a:p>
      </dgm:t>
    </dgm:pt>
    <dgm:pt modelId="{28045A55-1879-4EE8-8997-069727855C29}" type="sibTrans" cxnId="{80F48201-78F7-438F-8D85-09A8AB03F8F2}">
      <dgm:prSet/>
      <dgm:spPr/>
      <dgm:t>
        <a:bodyPr/>
        <a:lstStyle/>
        <a:p>
          <a:endParaRPr lang="en-GB"/>
        </a:p>
      </dgm:t>
    </dgm:pt>
    <dgm:pt modelId="{7EEF316A-FF6E-4F19-95E0-42B29FB61BB2}">
      <dgm:prSet phldrT="[Text]"/>
      <dgm:spPr>
        <a:solidFill>
          <a:srgbClr val="00B050"/>
        </a:solidFill>
      </dgm:spPr>
      <dgm:t>
        <a:bodyPr/>
        <a:lstStyle/>
        <a:p>
          <a:r>
            <a:rPr lang="en-GB" err="1"/>
            <a:t>check</a:t>
          </a:r>
          <a:r>
            <a:rPr lang="en-GB"/>
            <a:t>_extracts</a:t>
          </a:r>
          <a:r>
            <a:rPr lang="en-GB" dirty="0" err="1"/>
            <a:t>.R</a:t>
          </a:r>
          <a:endParaRPr lang="en-GB" dirty="0"/>
        </a:p>
      </dgm:t>
    </dgm:pt>
    <dgm:pt modelId="{FB4E10E2-98CE-4D3A-A036-D28931DDD75E}" type="parTrans" cxnId="{DABADC17-ADFB-47B9-86F3-C7F030537C0F}">
      <dgm:prSet/>
      <dgm:spPr/>
      <dgm:t>
        <a:bodyPr/>
        <a:lstStyle/>
        <a:p>
          <a:endParaRPr lang="en-GB"/>
        </a:p>
      </dgm:t>
    </dgm:pt>
    <dgm:pt modelId="{1B350AF1-DAF7-4354-8104-FC88D3FF7AD7}" type="sibTrans" cxnId="{DABADC17-ADFB-47B9-86F3-C7F030537C0F}">
      <dgm:prSet/>
      <dgm:spPr/>
      <dgm:t>
        <a:bodyPr/>
        <a:lstStyle/>
        <a:p>
          <a:endParaRPr lang="en-GB"/>
        </a:p>
      </dgm:t>
    </dgm:pt>
    <dgm:pt modelId="{28DD2274-AA48-4723-8F55-457C5827262F}">
      <dgm:prSet phldrT="[Text]"/>
      <dgm:spPr>
        <a:solidFill>
          <a:schemeClr val="accent1"/>
        </a:solidFill>
      </dgm:spPr>
      <dgm:t>
        <a:bodyPr/>
        <a:lstStyle/>
        <a:p>
          <a:r>
            <a:rPr lang="en-GB" dirty="0" err="1"/>
            <a:t>create_lookup.R</a:t>
          </a:r>
          <a:endParaRPr lang="en-GB" dirty="0"/>
        </a:p>
      </dgm:t>
    </dgm:pt>
    <dgm:pt modelId="{78E2C58C-8045-445A-8F48-5F7F265EC896}" type="parTrans" cxnId="{37DBC999-B40A-4250-928A-7EC31771D853}">
      <dgm:prSet/>
      <dgm:spPr/>
      <dgm:t>
        <a:bodyPr/>
        <a:lstStyle/>
        <a:p>
          <a:endParaRPr lang="en-GB"/>
        </a:p>
      </dgm:t>
    </dgm:pt>
    <dgm:pt modelId="{F75DFB2A-E316-4393-AEDB-FE67DFD41319}" type="sibTrans" cxnId="{37DBC999-B40A-4250-928A-7EC31771D853}">
      <dgm:prSet/>
      <dgm:spPr/>
      <dgm:t>
        <a:bodyPr/>
        <a:lstStyle/>
        <a:p>
          <a:endParaRPr lang="en-GB"/>
        </a:p>
      </dgm:t>
    </dgm:pt>
    <dgm:pt modelId="{23621A56-0650-47D0-AD64-5A90BCCE12CB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GB" dirty="0" err="1"/>
            <a:t>functions.R</a:t>
          </a:r>
          <a:endParaRPr lang="en-GB" dirty="0"/>
        </a:p>
      </dgm:t>
    </dgm:pt>
    <dgm:pt modelId="{B767920D-0CC2-4150-AD02-85504D3028C4}" type="parTrans" cxnId="{CDCEFE47-7373-4535-A80B-3F52333682F9}">
      <dgm:prSet/>
      <dgm:spPr/>
      <dgm:t>
        <a:bodyPr/>
        <a:lstStyle/>
        <a:p>
          <a:endParaRPr lang="en-GB"/>
        </a:p>
      </dgm:t>
    </dgm:pt>
    <dgm:pt modelId="{6186879A-B0F7-4F4A-A8D2-723FFA8B6D39}" type="sibTrans" cxnId="{CDCEFE47-7373-4535-A80B-3F52333682F9}">
      <dgm:prSet/>
      <dgm:spPr/>
      <dgm:t>
        <a:bodyPr/>
        <a:lstStyle/>
        <a:p>
          <a:endParaRPr lang="en-GB"/>
        </a:p>
      </dgm:t>
    </dgm:pt>
    <dgm:pt modelId="{E9BD6FEC-8AFC-4213-B86F-C30128A84BFE}">
      <dgm:prSet phldrT="[Text]"/>
      <dgm:spPr>
        <a:solidFill>
          <a:srgbClr val="00B050"/>
        </a:solidFill>
      </dgm:spPr>
      <dgm:t>
        <a:bodyPr/>
        <a:lstStyle/>
        <a:p>
          <a:r>
            <a:rPr lang="en-GB" dirty="0" err="1"/>
            <a:t>hb_hosp_qpi.R</a:t>
          </a:r>
          <a:endParaRPr lang="en-GB" dirty="0"/>
        </a:p>
      </dgm:t>
    </dgm:pt>
    <dgm:pt modelId="{ADFAD514-E860-4ECE-9DE5-16C59879E529}" type="parTrans" cxnId="{4BCA373B-F9B4-4764-9842-30A6983A3976}">
      <dgm:prSet/>
      <dgm:spPr/>
      <dgm:t>
        <a:bodyPr/>
        <a:lstStyle/>
        <a:p>
          <a:endParaRPr lang="en-GB"/>
        </a:p>
      </dgm:t>
    </dgm:pt>
    <dgm:pt modelId="{2F0F1484-1423-4E86-8E44-8FD0F6E29A4A}" type="sibTrans" cxnId="{4BCA373B-F9B4-4764-9842-30A6983A3976}">
      <dgm:prSet/>
      <dgm:spPr/>
      <dgm:t>
        <a:bodyPr/>
        <a:lstStyle/>
        <a:p>
          <a:endParaRPr lang="en-GB"/>
        </a:p>
      </dgm:t>
    </dgm:pt>
    <dgm:pt modelId="{E2876B90-0FA2-49F2-A972-5CF46CF150E0}">
      <dgm:prSet phldrT="[Text]"/>
      <dgm:spPr/>
      <dgm:t>
        <a:bodyPr/>
        <a:lstStyle/>
        <a:p>
          <a:r>
            <a:rPr lang="en-GB" dirty="0" err="1"/>
            <a:t>late_lookup_edits.R</a:t>
          </a:r>
          <a:endParaRPr lang="en-GB" dirty="0"/>
        </a:p>
      </dgm:t>
    </dgm:pt>
    <dgm:pt modelId="{4CADFD41-398E-425C-B4CE-F474450DC7C4}" type="parTrans" cxnId="{441A445A-953A-4AE0-83D5-8A141AA403A9}">
      <dgm:prSet/>
      <dgm:spPr/>
      <dgm:t>
        <a:bodyPr/>
        <a:lstStyle/>
        <a:p>
          <a:endParaRPr lang="en-GB"/>
        </a:p>
      </dgm:t>
    </dgm:pt>
    <dgm:pt modelId="{A54B3D4C-101D-43E6-A8CE-CC08391DCD8C}" type="sibTrans" cxnId="{441A445A-953A-4AE0-83D5-8A141AA403A9}">
      <dgm:prSet/>
      <dgm:spPr/>
      <dgm:t>
        <a:bodyPr/>
        <a:lstStyle/>
        <a:p>
          <a:endParaRPr lang="en-GB"/>
        </a:p>
      </dgm:t>
    </dgm:pt>
    <dgm:pt modelId="{F98025D1-7ACC-4D14-8217-7E0BDE78AA59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GB" dirty="0" err="1"/>
            <a:t>packages.R</a:t>
          </a:r>
          <a:endParaRPr lang="en-GB" dirty="0"/>
        </a:p>
      </dgm:t>
    </dgm:pt>
    <dgm:pt modelId="{8F5653B2-344E-4FDE-B7D4-82B8C0122D98}" type="parTrans" cxnId="{6F6959DD-9DAB-49AC-808A-D1DC5665012E}">
      <dgm:prSet/>
      <dgm:spPr/>
      <dgm:t>
        <a:bodyPr/>
        <a:lstStyle/>
        <a:p>
          <a:endParaRPr lang="en-GB"/>
        </a:p>
      </dgm:t>
    </dgm:pt>
    <dgm:pt modelId="{285BBDC6-798C-4D43-B969-E1FFD15EB137}" type="sibTrans" cxnId="{6F6959DD-9DAB-49AC-808A-D1DC5665012E}">
      <dgm:prSet/>
      <dgm:spPr/>
      <dgm:t>
        <a:bodyPr/>
        <a:lstStyle/>
        <a:p>
          <a:endParaRPr lang="en-GB"/>
        </a:p>
      </dgm:t>
    </dgm:pt>
    <dgm:pt modelId="{07287B8A-DA93-4B67-AB78-8FB1281CD425}">
      <dgm:prSet phldrT="[Text]" phldr="0"/>
      <dgm:spPr>
        <a:solidFill>
          <a:srgbClr val="00B050"/>
        </a:solidFill>
      </dgm:spPr>
      <dgm:t>
        <a:bodyPr/>
        <a:lstStyle/>
        <a:p>
          <a:r>
            <a:rPr lang="en-GB"/>
            <a:t>generate_summary_in_excel.R</a:t>
          </a:r>
        </a:p>
      </dgm:t>
    </dgm:pt>
    <dgm:pt modelId="{48E8F793-6DA6-49C8-860A-C9363C2342E3}" type="parTrans" cxnId="{8ED69C4B-88F9-4F0C-83B7-1A7A82D08202}">
      <dgm:prSet/>
      <dgm:spPr/>
      <dgm:t>
        <a:bodyPr/>
        <a:lstStyle/>
        <a:p>
          <a:endParaRPr lang="en-GB"/>
        </a:p>
      </dgm:t>
    </dgm:pt>
    <dgm:pt modelId="{BDCB2EEB-BF02-451F-BE50-4699239BEAD5}" type="sibTrans" cxnId="{8ED69C4B-88F9-4F0C-83B7-1A7A82D08202}">
      <dgm:prSet/>
      <dgm:spPr/>
      <dgm:t>
        <a:bodyPr/>
        <a:lstStyle/>
        <a:p>
          <a:endParaRPr lang="en-GB"/>
        </a:p>
      </dgm:t>
    </dgm:pt>
    <dgm:pt modelId="{D887C12C-631B-4DF8-A4FA-1165D94DD5DD}" type="pres">
      <dgm:prSet presAssocID="{F19AF677-8293-414B-AA8A-7F068B9CE9CD}" presName="diagram" presStyleCnt="0">
        <dgm:presLayoutVars>
          <dgm:dir/>
          <dgm:resizeHandles val="exact"/>
        </dgm:presLayoutVars>
      </dgm:prSet>
      <dgm:spPr/>
    </dgm:pt>
    <dgm:pt modelId="{AFAC832D-0AC8-4AAF-A620-F7870242DACB}" type="pres">
      <dgm:prSet presAssocID="{087BCF85-2166-4625-AD57-DFDBA7BFA155}" presName="node" presStyleLbl="node1" presStyleIdx="0" presStyleCnt="12" custLinFactNeighborX="1781" custLinFactNeighborY="7927">
        <dgm:presLayoutVars>
          <dgm:bulletEnabled val="1"/>
        </dgm:presLayoutVars>
      </dgm:prSet>
      <dgm:spPr/>
    </dgm:pt>
    <dgm:pt modelId="{AB86C543-8E1C-48CA-B113-9B62EDE941D1}" type="pres">
      <dgm:prSet presAssocID="{12CC1AAD-5650-4B06-9BD7-B369035B71C7}" presName="sibTrans" presStyleCnt="0"/>
      <dgm:spPr/>
    </dgm:pt>
    <dgm:pt modelId="{74AA5DED-5F01-4427-8CF2-C3B717BFBC61}" type="pres">
      <dgm:prSet presAssocID="{6FB0BD0E-98C4-4E8A-8586-946C799417D9}" presName="node" presStyleLbl="node1" presStyleIdx="1" presStyleCnt="12" custLinFactX="15822" custLinFactY="100000" custLinFactNeighborX="100000" custLinFactNeighborY="182461">
        <dgm:presLayoutVars>
          <dgm:bulletEnabled val="1"/>
        </dgm:presLayoutVars>
      </dgm:prSet>
      <dgm:spPr/>
    </dgm:pt>
    <dgm:pt modelId="{5A8BE559-F1D8-43F5-B696-90FB92B51606}" type="pres">
      <dgm:prSet presAssocID="{A395FAE4-659F-4B11-80F2-01E7CFC9AF9A}" presName="sibTrans" presStyleCnt="0"/>
      <dgm:spPr/>
    </dgm:pt>
    <dgm:pt modelId="{C33FCB6C-085A-40BA-9FDE-1329ECD67344}" type="pres">
      <dgm:prSet presAssocID="{61BE5EBA-2E87-4703-B689-FADC9FC0E050}" presName="node" presStyleLbl="node1" presStyleIdx="2" presStyleCnt="12" custLinFactY="73513" custLinFactNeighborX="5160" custLinFactNeighborY="100000">
        <dgm:presLayoutVars>
          <dgm:bulletEnabled val="1"/>
        </dgm:presLayoutVars>
      </dgm:prSet>
      <dgm:spPr/>
    </dgm:pt>
    <dgm:pt modelId="{846D7982-E504-4DA7-824F-3940C8DBD7BC}" type="pres">
      <dgm:prSet presAssocID="{BE333E81-C5EF-45F0-AD80-3ED180326825}" presName="sibTrans" presStyleCnt="0"/>
      <dgm:spPr/>
    </dgm:pt>
    <dgm:pt modelId="{50EA61F9-2696-421B-ABF3-CEF2D5D68A3C}" type="pres">
      <dgm:prSet presAssocID="{FF0028B4-3901-48F6-B12F-65050B94DAE9}" presName="node" presStyleLbl="node1" presStyleIdx="3" presStyleCnt="12" custLinFactY="72887" custLinFactNeighborX="126" custLinFactNeighborY="100000">
        <dgm:presLayoutVars>
          <dgm:bulletEnabled val="1"/>
        </dgm:presLayoutVars>
      </dgm:prSet>
      <dgm:spPr/>
    </dgm:pt>
    <dgm:pt modelId="{EE4D7135-823F-4AD3-876D-F8B75FE9EAF0}" type="pres">
      <dgm:prSet presAssocID="{D262F9C8-69EE-4444-BA05-88ADB6F3E726}" presName="sibTrans" presStyleCnt="0"/>
      <dgm:spPr/>
    </dgm:pt>
    <dgm:pt modelId="{C9B1B6ED-E6FD-45A7-9BE0-649F02EF6864}" type="pres">
      <dgm:prSet presAssocID="{9BC5AA6D-2728-4623-9F7F-6F71AD21C8EA}" presName="node" presStyleLbl="node1" presStyleIdx="4" presStyleCnt="12" custLinFactX="130126" custLinFactNeighborX="200000" custLinFactNeighborY="-50000">
        <dgm:presLayoutVars>
          <dgm:bulletEnabled val="1"/>
        </dgm:presLayoutVars>
      </dgm:prSet>
      <dgm:spPr/>
    </dgm:pt>
    <dgm:pt modelId="{0F140061-76C1-4852-93F3-264B9EF13672}" type="pres">
      <dgm:prSet presAssocID="{28045A55-1879-4EE8-8997-069727855C29}" presName="sibTrans" presStyleCnt="0"/>
      <dgm:spPr/>
    </dgm:pt>
    <dgm:pt modelId="{D6990620-1108-400B-A620-B74EF4C1DB92}" type="pres">
      <dgm:prSet presAssocID="{7EEF316A-FF6E-4F19-95E0-42B29FB61BB2}" presName="node" presStyleLbl="node1" presStyleIdx="5" presStyleCnt="12" custLinFactX="-2001" custLinFactNeighborX="-100000" custLinFactNeighborY="-42259">
        <dgm:presLayoutVars>
          <dgm:bulletEnabled val="1"/>
        </dgm:presLayoutVars>
      </dgm:prSet>
      <dgm:spPr/>
    </dgm:pt>
    <dgm:pt modelId="{B753DD5A-FD3E-4282-9984-30F056F199DD}" type="pres">
      <dgm:prSet presAssocID="{1B350AF1-DAF7-4354-8104-FC88D3FF7AD7}" presName="sibTrans" presStyleCnt="0"/>
      <dgm:spPr/>
    </dgm:pt>
    <dgm:pt modelId="{95310996-C784-473C-B92D-758DC78DBE68}" type="pres">
      <dgm:prSet presAssocID="{28DD2274-AA48-4723-8F55-457C5827262F}" presName="node" presStyleLbl="node1" presStyleIdx="6" presStyleCnt="12" custLinFactX="10362" custLinFactY="-54585" custLinFactNeighborX="100000" custLinFactNeighborY="-100000">
        <dgm:presLayoutVars>
          <dgm:bulletEnabled val="1"/>
        </dgm:presLayoutVars>
      </dgm:prSet>
      <dgm:spPr/>
    </dgm:pt>
    <dgm:pt modelId="{39FDACEA-F193-4792-A5D1-60E4983F2DAA}" type="pres">
      <dgm:prSet presAssocID="{F75DFB2A-E316-4393-AEDB-FE67DFD41319}" presName="sibTrans" presStyleCnt="0"/>
      <dgm:spPr/>
    </dgm:pt>
    <dgm:pt modelId="{AFEE53EB-5BC9-4377-BCBC-DEB978747400}" type="pres">
      <dgm:prSet presAssocID="{23621A56-0650-47D0-AD64-5A90BCCE12CB}" presName="node" presStyleLbl="node1" presStyleIdx="7" presStyleCnt="12" custLinFactX="-100000" custLinFactY="19931" custLinFactNeighborX="-109278" custLinFactNeighborY="100000">
        <dgm:presLayoutVars>
          <dgm:bulletEnabled val="1"/>
        </dgm:presLayoutVars>
      </dgm:prSet>
      <dgm:spPr/>
    </dgm:pt>
    <dgm:pt modelId="{3AE60BB2-8410-422F-AE04-F4332880F737}" type="pres">
      <dgm:prSet presAssocID="{6186879A-B0F7-4F4A-A8D2-723FFA8B6D39}" presName="sibTrans" presStyleCnt="0"/>
      <dgm:spPr/>
    </dgm:pt>
    <dgm:pt modelId="{D8945820-A3EF-4E32-83C0-5FC7E3DEE9EE}" type="pres">
      <dgm:prSet presAssocID="{E9BD6FEC-8AFC-4213-B86F-C30128A84BFE}" presName="node" presStyleLbl="node1" presStyleIdx="8" presStyleCnt="12" custLinFactNeighborX="19171" custLinFactNeighborY="-92743">
        <dgm:presLayoutVars>
          <dgm:bulletEnabled val="1"/>
        </dgm:presLayoutVars>
      </dgm:prSet>
      <dgm:spPr/>
    </dgm:pt>
    <dgm:pt modelId="{7809DCB8-4E98-4001-B6EE-92DF4C4DD7D8}" type="pres">
      <dgm:prSet presAssocID="{2F0F1484-1423-4E86-8E44-8FD0F6E29A4A}" presName="sibTrans" presStyleCnt="0"/>
      <dgm:spPr/>
    </dgm:pt>
    <dgm:pt modelId="{5E683176-CE1D-4951-AE63-84F21D17C0AB}" type="pres">
      <dgm:prSet presAssocID="{07287B8A-DA93-4B67-AB78-8FB1281CD425}" presName="node" presStyleLbl="node1" presStyleIdx="9" presStyleCnt="12" custLinFactX="-6306" custLinFactNeighborX="-100000" custLinFactNeighborY="29545">
        <dgm:presLayoutVars>
          <dgm:bulletEnabled val="1"/>
        </dgm:presLayoutVars>
      </dgm:prSet>
      <dgm:spPr/>
    </dgm:pt>
    <dgm:pt modelId="{AE8892D1-38C6-4203-8173-C927A4F03A4E}" type="pres">
      <dgm:prSet presAssocID="{BDCB2EEB-BF02-451F-BE50-4699239BEAD5}" presName="sibTrans" presStyleCnt="0"/>
      <dgm:spPr/>
    </dgm:pt>
    <dgm:pt modelId="{4039EB67-CC04-40F0-A707-A3A076A1A7A9}" type="pres">
      <dgm:prSet presAssocID="{E2876B90-0FA2-49F2-A972-5CF46CF150E0}" presName="node" presStyleLbl="node1" presStyleIdx="10" presStyleCnt="12" custLinFactX="65362" custLinFactNeighborX="100000" custLinFactNeighborY="49392">
        <dgm:presLayoutVars>
          <dgm:bulletEnabled val="1"/>
        </dgm:presLayoutVars>
      </dgm:prSet>
      <dgm:spPr/>
    </dgm:pt>
    <dgm:pt modelId="{D8B88354-C152-4A93-96AA-88714C90F80D}" type="pres">
      <dgm:prSet presAssocID="{A54B3D4C-101D-43E6-A8CE-CC08391DCD8C}" presName="sibTrans" presStyleCnt="0"/>
      <dgm:spPr/>
    </dgm:pt>
    <dgm:pt modelId="{D46FE4A4-C409-41F8-AC0E-1A8D4F4172F5}" type="pres">
      <dgm:prSet presAssocID="{F98025D1-7ACC-4D14-8217-7E0BDE78AA59}" presName="node" presStyleLbl="node1" presStyleIdx="11" presStyleCnt="12" custLinFactX="-100000" custLinFactY="-5163" custLinFactNeighborX="-109124" custLinFactNeighborY="-100000">
        <dgm:presLayoutVars>
          <dgm:bulletEnabled val="1"/>
        </dgm:presLayoutVars>
      </dgm:prSet>
      <dgm:spPr/>
    </dgm:pt>
  </dgm:ptLst>
  <dgm:cxnLst>
    <dgm:cxn modelId="{80F48201-78F7-438F-8D85-09A8AB03F8F2}" srcId="{F19AF677-8293-414B-AA8A-7F068B9CE9CD}" destId="{9BC5AA6D-2728-4623-9F7F-6F71AD21C8EA}" srcOrd="4" destOrd="0" parTransId="{2A496C35-7BEC-4C09-A4D3-BB38DB49D8F5}" sibTransId="{28045A55-1879-4EE8-8997-069727855C29}"/>
    <dgm:cxn modelId="{AC81D80C-8CA1-4A88-93E5-448E7FD9634E}" type="presOf" srcId="{61BE5EBA-2E87-4703-B689-FADC9FC0E050}" destId="{C33FCB6C-085A-40BA-9FDE-1329ECD67344}" srcOrd="0" destOrd="0" presId="urn:microsoft.com/office/officeart/2005/8/layout/default"/>
    <dgm:cxn modelId="{DABADC17-ADFB-47B9-86F3-C7F030537C0F}" srcId="{F19AF677-8293-414B-AA8A-7F068B9CE9CD}" destId="{7EEF316A-FF6E-4F19-95E0-42B29FB61BB2}" srcOrd="5" destOrd="0" parTransId="{FB4E10E2-98CE-4D3A-A036-D28931DDD75E}" sibTransId="{1B350AF1-DAF7-4354-8104-FC88D3FF7AD7}"/>
    <dgm:cxn modelId="{F5AAA818-E94D-4376-9D81-7BB817C8F032}" type="presOf" srcId="{07287B8A-DA93-4B67-AB78-8FB1281CD425}" destId="{5E683176-CE1D-4951-AE63-84F21D17C0AB}" srcOrd="0" destOrd="0" presId="urn:microsoft.com/office/officeart/2005/8/layout/default"/>
    <dgm:cxn modelId="{779DD235-7AFC-4E5C-A576-98FFE508090D}" type="presOf" srcId="{23621A56-0650-47D0-AD64-5A90BCCE12CB}" destId="{AFEE53EB-5BC9-4377-BCBC-DEB978747400}" srcOrd="0" destOrd="0" presId="urn:microsoft.com/office/officeart/2005/8/layout/default"/>
    <dgm:cxn modelId="{D8AD4C3A-05A9-4AEA-A6C6-62650BF0B266}" type="presOf" srcId="{FF0028B4-3901-48F6-B12F-65050B94DAE9}" destId="{50EA61F9-2696-421B-ABF3-CEF2D5D68A3C}" srcOrd="0" destOrd="0" presId="urn:microsoft.com/office/officeart/2005/8/layout/default"/>
    <dgm:cxn modelId="{5BB8AB3A-89C1-4F61-BD96-7E02F4C6850C}" type="presOf" srcId="{087BCF85-2166-4625-AD57-DFDBA7BFA155}" destId="{AFAC832D-0AC8-4AAF-A620-F7870242DACB}" srcOrd="0" destOrd="0" presId="urn:microsoft.com/office/officeart/2005/8/layout/default"/>
    <dgm:cxn modelId="{4BCA373B-F9B4-4764-9842-30A6983A3976}" srcId="{F19AF677-8293-414B-AA8A-7F068B9CE9CD}" destId="{E9BD6FEC-8AFC-4213-B86F-C30128A84BFE}" srcOrd="8" destOrd="0" parTransId="{ADFAD514-E860-4ECE-9DE5-16C59879E529}" sibTransId="{2F0F1484-1423-4E86-8E44-8FD0F6E29A4A}"/>
    <dgm:cxn modelId="{CDCEFE47-7373-4535-A80B-3F52333682F9}" srcId="{F19AF677-8293-414B-AA8A-7F068B9CE9CD}" destId="{23621A56-0650-47D0-AD64-5A90BCCE12CB}" srcOrd="7" destOrd="0" parTransId="{B767920D-0CC2-4150-AD02-85504D3028C4}" sibTransId="{6186879A-B0F7-4F4A-A8D2-723FFA8B6D39}"/>
    <dgm:cxn modelId="{8ED69C4B-88F9-4F0C-83B7-1A7A82D08202}" srcId="{F19AF677-8293-414B-AA8A-7F068B9CE9CD}" destId="{07287B8A-DA93-4B67-AB78-8FB1281CD425}" srcOrd="9" destOrd="0" parTransId="{48E8F793-6DA6-49C8-860A-C9363C2342E3}" sibTransId="{BDCB2EEB-BF02-451F-BE50-4699239BEAD5}"/>
    <dgm:cxn modelId="{8706AA4E-2012-4AD5-9EC3-8DC4EE145163}" type="presOf" srcId="{6FB0BD0E-98C4-4E8A-8586-946C799417D9}" destId="{74AA5DED-5F01-4427-8CF2-C3B717BFBC61}" srcOrd="0" destOrd="0" presId="urn:microsoft.com/office/officeart/2005/8/layout/default"/>
    <dgm:cxn modelId="{9F6C3E52-5F2B-413F-9B1D-BBA078E415A5}" srcId="{F19AF677-8293-414B-AA8A-7F068B9CE9CD}" destId="{6FB0BD0E-98C4-4E8A-8586-946C799417D9}" srcOrd="1" destOrd="0" parTransId="{6EC8382E-B7F6-4D86-B0A7-88D86D270544}" sibTransId="{A395FAE4-659F-4B11-80F2-01E7CFC9AF9A}"/>
    <dgm:cxn modelId="{441A445A-953A-4AE0-83D5-8A141AA403A9}" srcId="{F19AF677-8293-414B-AA8A-7F068B9CE9CD}" destId="{E2876B90-0FA2-49F2-A972-5CF46CF150E0}" srcOrd="10" destOrd="0" parTransId="{4CADFD41-398E-425C-B4CE-F474450DC7C4}" sibTransId="{A54B3D4C-101D-43E6-A8CE-CC08391DCD8C}"/>
    <dgm:cxn modelId="{844FF17F-3C61-4982-8484-A256309CB4E2}" srcId="{F19AF677-8293-414B-AA8A-7F068B9CE9CD}" destId="{087BCF85-2166-4625-AD57-DFDBA7BFA155}" srcOrd="0" destOrd="0" parTransId="{3CC043BD-A7FE-4719-81B3-67182A843919}" sibTransId="{12CC1AAD-5650-4B06-9BD7-B369035B71C7}"/>
    <dgm:cxn modelId="{99F66381-9608-46E1-8795-71F7BAA7468D}" type="presOf" srcId="{F19AF677-8293-414B-AA8A-7F068B9CE9CD}" destId="{D887C12C-631B-4DF8-A4FA-1165D94DD5DD}" srcOrd="0" destOrd="0" presId="urn:microsoft.com/office/officeart/2005/8/layout/default"/>
    <dgm:cxn modelId="{214D838D-3202-4F88-A09B-FB1BF25B656E}" type="presOf" srcId="{9BC5AA6D-2728-4623-9F7F-6F71AD21C8EA}" destId="{C9B1B6ED-E6FD-45A7-9BE0-649F02EF6864}" srcOrd="0" destOrd="0" presId="urn:microsoft.com/office/officeart/2005/8/layout/default"/>
    <dgm:cxn modelId="{61218F93-ED6B-47FA-9763-6945E5B72044}" type="presOf" srcId="{28DD2274-AA48-4723-8F55-457C5827262F}" destId="{95310996-C784-473C-B92D-758DC78DBE68}" srcOrd="0" destOrd="0" presId="urn:microsoft.com/office/officeart/2005/8/layout/default"/>
    <dgm:cxn modelId="{37DBC999-B40A-4250-928A-7EC31771D853}" srcId="{F19AF677-8293-414B-AA8A-7F068B9CE9CD}" destId="{28DD2274-AA48-4723-8F55-457C5827262F}" srcOrd="6" destOrd="0" parTransId="{78E2C58C-8045-445A-8F48-5F7F265EC896}" sibTransId="{F75DFB2A-E316-4393-AEDB-FE67DFD41319}"/>
    <dgm:cxn modelId="{D97D53A0-E831-463F-9A0D-D7AB5FBE118E}" type="presOf" srcId="{E2876B90-0FA2-49F2-A972-5CF46CF150E0}" destId="{4039EB67-CC04-40F0-A707-A3A076A1A7A9}" srcOrd="0" destOrd="0" presId="urn:microsoft.com/office/officeart/2005/8/layout/default"/>
    <dgm:cxn modelId="{65D72EAD-2456-478B-88EB-74A080BF2869}" type="presOf" srcId="{E9BD6FEC-8AFC-4213-B86F-C30128A84BFE}" destId="{D8945820-A3EF-4E32-83C0-5FC7E3DEE9EE}" srcOrd="0" destOrd="0" presId="urn:microsoft.com/office/officeart/2005/8/layout/default"/>
    <dgm:cxn modelId="{DBB6FDCA-4EE2-4891-AA54-894752B08483}" type="presOf" srcId="{7EEF316A-FF6E-4F19-95E0-42B29FB61BB2}" destId="{D6990620-1108-400B-A620-B74EF4C1DB92}" srcOrd="0" destOrd="0" presId="urn:microsoft.com/office/officeart/2005/8/layout/default"/>
    <dgm:cxn modelId="{C4AB0DCD-88CC-48AC-B62F-CF186527F035}" srcId="{F19AF677-8293-414B-AA8A-7F068B9CE9CD}" destId="{FF0028B4-3901-48F6-B12F-65050B94DAE9}" srcOrd="3" destOrd="0" parTransId="{CFE0E01B-E3C4-4834-BF52-2631396A359F}" sibTransId="{D262F9C8-69EE-4444-BA05-88ADB6F3E726}"/>
    <dgm:cxn modelId="{6F6959DD-9DAB-49AC-808A-D1DC5665012E}" srcId="{F19AF677-8293-414B-AA8A-7F068B9CE9CD}" destId="{F98025D1-7ACC-4D14-8217-7E0BDE78AA59}" srcOrd="11" destOrd="0" parTransId="{8F5653B2-344E-4FDE-B7D4-82B8C0122D98}" sibTransId="{285BBDC6-798C-4D43-B969-E1FFD15EB137}"/>
    <dgm:cxn modelId="{D5D02BDE-093F-44DD-A17A-04691C48F52A}" type="presOf" srcId="{F98025D1-7ACC-4D14-8217-7E0BDE78AA59}" destId="{D46FE4A4-C409-41F8-AC0E-1A8D4F4172F5}" srcOrd="0" destOrd="0" presId="urn:microsoft.com/office/officeart/2005/8/layout/default"/>
    <dgm:cxn modelId="{D5AA41E2-EBC5-478D-A6D0-C4496A0C638B}" srcId="{F19AF677-8293-414B-AA8A-7F068B9CE9CD}" destId="{61BE5EBA-2E87-4703-B689-FADC9FC0E050}" srcOrd="2" destOrd="0" parTransId="{B3B1F37F-AB20-4A6C-8588-0CBC0D2C4304}" sibTransId="{BE333E81-C5EF-45F0-AD80-3ED180326825}"/>
    <dgm:cxn modelId="{CEF17EA6-13A1-4133-A922-51A678FAE3A5}" type="presParOf" srcId="{D887C12C-631B-4DF8-A4FA-1165D94DD5DD}" destId="{AFAC832D-0AC8-4AAF-A620-F7870242DACB}" srcOrd="0" destOrd="0" presId="urn:microsoft.com/office/officeart/2005/8/layout/default"/>
    <dgm:cxn modelId="{C347B18F-0B50-435F-816B-8B61F9273011}" type="presParOf" srcId="{D887C12C-631B-4DF8-A4FA-1165D94DD5DD}" destId="{AB86C543-8E1C-48CA-B113-9B62EDE941D1}" srcOrd="1" destOrd="0" presId="urn:microsoft.com/office/officeart/2005/8/layout/default"/>
    <dgm:cxn modelId="{511AC116-8120-4DD0-8554-77208340FC23}" type="presParOf" srcId="{D887C12C-631B-4DF8-A4FA-1165D94DD5DD}" destId="{74AA5DED-5F01-4427-8CF2-C3B717BFBC61}" srcOrd="2" destOrd="0" presId="urn:microsoft.com/office/officeart/2005/8/layout/default"/>
    <dgm:cxn modelId="{AD013732-620B-475A-8D7D-37E7330F4D98}" type="presParOf" srcId="{D887C12C-631B-4DF8-A4FA-1165D94DD5DD}" destId="{5A8BE559-F1D8-43F5-B696-90FB92B51606}" srcOrd="3" destOrd="0" presId="urn:microsoft.com/office/officeart/2005/8/layout/default"/>
    <dgm:cxn modelId="{116D2944-C85F-46E0-9CBE-93E7C62207C5}" type="presParOf" srcId="{D887C12C-631B-4DF8-A4FA-1165D94DD5DD}" destId="{C33FCB6C-085A-40BA-9FDE-1329ECD67344}" srcOrd="4" destOrd="0" presId="urn:microsoft.com/office/officeart/2005/8/layout/default"/>
    <dgm:cxn modelId="{45C9B970-B6CA-4096-A8A5-B5F82C7A4FE9}" type="presParOf" srcId="{D887C12C-631B-4DF8-A4FA-1165D94DD5DD}" destId="{846D7982-E504-4DA7-824F-3940C8DBD7BC}" srcOrd="5" destOrd="0" presId="urn:microsoft.com/office/officeart/2005/8/layout/default"/>
    <dgm:cxn modelId="{62A5251F-582A-40CC-BB12-E8285FC9730E}" type="presParOf" srcId="{D887C12C-631B-4DF8-A4FA-1165D94DD5DD}" destId="{50EA61F9-2696-421B-ABF3-CEF2D5D68A3C}" srcOrd="6" destOrd="0" presId="urn:microsoft.com/office/officeart/2005/8/layout/default"/>
    <dgm:cxn modelId="{21087918-92D6-49D2-850A-2FF27EC1AF56}" type="presParOf" srcId="{D887C12C-631B-4DF8-A4FA-1165D94DD5DD}" destId="{EE4D7135-823F-4AD3-876D-F8B75FE9EAF0}" srcOrd="7" destOrd="0" presId="urn:microsoft.com/office/officeart/2005/8/layout/default"/>
    <dgm:cxn modelId="{131A9DCF-CC60-4947-B397-1C6C77CC5A3A}" type="presParOf" srcId="{D887C12C-631B-4DF8-A4FA-1165D94DD5DD}" destId="{C9B1B6ED-E6FD-45A7-9BE0-649F02EF6864}" srcOrd="8" destOrd="0" presId="urn:microsoft.com/office/officeart/2005/8/layout/default"/>
    <dgm:cxn modelId="{81770307-CD1D-4261-88A8-CE934BEC2867}" type="presParOf" srcId="{D887C12C-631B-4DF8-A4FA-1165D94DD5DD}" destId="{0F140061-76C1-4852-93F3-264B9EF13672}" srcOrd="9" destOrd="0" presId="urn:microsoft.com/office/officeart/2005/8/layout/default"/>
    <dgm:cxn modelId="{F2F8170D-AAA9-4C4D-B859-75FA6F54905C}" type="presParOf" srcId="{D887C12C-631B-4DF8-A4FA-1165D94DD5DD}" destId="{D6990620-1108-400B-A620-B74EF4C1DB92}" srcOrd="10" destOrd="0" presId="urn:microsoft.com/office/officeart/2005/8/layout/default"/>
    <dgm:cxn modelId="{6B5671C9-B82D-4CAA-8AB3-C2F7FE3265C7}" type="presParOf" srcId="{D887C12C-631B-4DF8-A4FA-1165D94DD5DD}" destId="{B753DD5A-FD3E-4282-9984-30F056F199DD}" srcOrd="11" destOrd="0" presId="urn:microsoft.com/office/officeart/2005/8/layout/default"/>
    <dgm:cxn modelId="{49EBA0B5-A484-4724-928D-48B3D2516655}" type="presParOf" srcId="{D887C12C-631B-4DF8-A4FA-1165D94DD5DD}" destId="{95310996-C784-473C-B92D-758DC78DBE68}" srcOrd="12" destOrd="0" presId="urn:microsoft.com/office/officeart/2005/8/layout/default"/>
    <dgm:cxn modelId="{F06145CF-4E65-4E17-A73D-64CCBF46D426}" type="presParOf" srcId="{D887C12C-631B-4DF8-A4FA-1165D94DD5DD}" destId="{39FDACEA-F193-4792-A5D1-60E4983F2DAA}" srcOrd="13" destOrd="0" presId="urn:microsoft.com/office/officeart/2005/8/layout/default"/>
    <dgm:cxn modelId="{809A5FE3-3B27-4553-BF87-2AC91F4F280E}" type="presParOf" srcId="{D887C12C-631B-4DF8-A4FA-1165D94DD5DD}" destId="{AFEE53EB-5BC9-4377-BCBC-DEB978747400}" srcOrd="14" destOrd="0" presId="urn:microsoft.com/office/officeart/2005/8/layout/default"/>
    <dgm:cxn modelId="{503DBC07-4772-4BD0-9955-DB27F24269F5}" type="presParOf" srcId="{D887C12C-631B-4DF8-A4FA-1165D94DD5DD}" destId="{3AE60BB2-8410-422F-AE04-F4332880F737}" srcOrd="15" destOrd="0" presId="urn:microsoft.com/office/officeart/2005/8/layout/default"/>
    <dgm:cxn modelId="{1D834261-16EA-4261-993E-882F78C6FADB}" type="presParOf" srcId="{D887C12C-631B-4DF8-A4FA-1165D94DD5DD}" destId="{D8945820-A3EF-4E32-83C0-5FC7E3DEE9EE}" srcOrd="16" destOrd="0" presId="urn:microsoft.com/office/officeart/2005/8/layout/default"/>
    <dgm:cxn modelId="{0E5EA343-8353-401A-A2A6-164E62F5A662}" type="presParOf" srcId="{D887C12C-631B-4DF8-A4FA-1165D94DD5DD}" destId="{7809DCB8-4E98-4001-B6EE-92DF4C4DD7D8}" srcOrd="17" destOrd="0" presId="urn:microsoft.com/office/officeart/2005/8/layout/default"/>
    <dgm:cxn modelId="{CF07853E-F0D5-433B-9460-E972436CFDE2}" type="presParOf" srcId="{D887C12C-631B-4DF8-A4FA-1165D94DD5DD}" destId="{5E683176-CE1D-4951-AE63-84F21D17C0AB}" srcOrd="18" destOrd="0" presId="urn:microsoft.com/office/officeart/2005/8/layout/default"/>
    <dgm:cxn modelId="{9781B14B-1CE6-45C4-8B3D-14440B52CE45}" type="presParOf" srcId="{D887C12C-631B-4DF8-A4FA-1165D94DD5DD}" destId="{AE8892D1-38C6-4203-8173-C927A4F03A4E}" srcOrd="19" destOrd="0" presId="urn:microsoft.com/office/officeart/2005/8/layout/default"/>
    <dgm:cxn modelId="{070125B2-8025-4004-B634-353DD41B6F27}" type="presParOf" srcId="{D887C12C-631B-4DF8-A4FA-1165D94DD5DD}" destId="{4039EB67-CC04-40F0-A707-A3A076A1A7A9}" srcOrd="20" destOrd="0" presId="urn:microsoft.com/office/officeart/2005/8/layout/default"/>
    <dgm:cxn modelId="{C847EB68-69EC-48BA-9354-34FCBC6125B5}" type="presParOf" srcId="{D887C12C-631B-4DF8-A4FA-1165D94DD5DD}" destId="{D8B88354-C152-4A93-96AA-88714C90F80D}" srcOrd="21" destOrd="0" presId="urn:microsoft.com/office/officeart/2005/8/layout/default"/>
    <dgm:cxn modelId="{D5349C37-66DD-465A-A300-D35BFA96084D}" type="presParOf" srcId="{D887C12C-631B-4DF8-A4FA-1165D94DD5DD}" destId="{D46FE4A4-C409-41F8-AC0E-1A8D4F4172F5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AC832D-0AC8-4AAF-A620-F7870242DACB}">
      <dsp:nvSpPr>
        <dsp:cNvPr id="0" name=""/>
        <dsp:cNvSpPr/>
      </dsp:nvSpPr>
      <dsp:spPr>
        <a:xfrm>
          <a:off x="53100" y="663742"/>
          <a:ext cx="2784450" cy="1670670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housekeeping.R</a:t>
          </a:r>
          <a:endParaRPr lang="en-GB" sz="1600" kern="1200" dirty="0"/>
        </a:p>
      </dsp:txBody>
      <dsp:txXfrm>
        <a:off x="53100" y="663742"/>
        <a:ext cx="2784450" cy="1670670"/>
      </dsp:txXfrm>
    </dsp:sp>
    <dsp:sp modelId="{74AA5DED-5F01-4427-8CF2-C3B717BFBC61}">
      <dsp:nvSpPr>
        <dsp:cNvPr id="0" name=""/>
        <dsp:cNvSpPr/>
      </dsp:nvSpPr>
      <dsp:spPr>
        <a:xfrm>
          <a:off x="6291412" y="4960847"/>
          <a:ext cx="2784450" cy="1670670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age_gender.R</a:t>
          </a:r>
          <a:endParaRPr lang="en-GB" sz="1600" kern="1200" dirty="0"/>
        </a:p>
      </dsp:txBody>
      <dsp:txXfrm>
        <a:off x="6291412" y="4960847"/>
        <a:ext cx="2784450" cy="1670670"/>
      </dsp:txXfrm>
    </dsp:sp>
    <dsp:sp modelId="{C33FCB6C-085A-40BA-9FDE-1329ECD67344}">
      <dsp:nvSpPr>
        <dsp:cNvPr id="0" name=""/>
        <dsp:cNvSpPr/>
      </dsp:nvSpPr>
      <dsp:spPr>
        <a:xfrm>
          <a:off x="6272979" y="3430138"/>
          <a:ext cx="2784450" cy="1670670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case_asc.R</a:t>
          </a:r>
          <a:endParaRPr lang="en-GB" sz="1600" kern="1200" dirty="0"/>
        </a:p>
      </dsp:txBody>
      <dsp:txXfrm>
        <a:off x="6272979" y="3430138"/>
        <a:ext cx="2784450" cy="1670670"/>
      </dsp:txXfrm>
    </dsp:sp>
    <dsp:sp modelId="{50EA61F9-2696-421B-ABF3-CEF2D5D68A3C}">
      <dsp:nvSpPr>
        <dsp:cNvPr id="0" name=""/>
        <dsp:cNvSpPr/>
      </dsp:nvSpPr>
      <dsp:spPr>
        <a:xfrm>
          <a:off x="9195705" y="3419680"/>
          <a:ext cx="2784450" cy="16706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change_hospital_names.R</a:t>
          </a:r>
          <a:endParaRPr lang="en-GB" sz="1600" kern="1200" dirty="0"/>
        </a:p>
      </dsp:txBody>
      <dsp:txXfrm>
        <a:off x="9195705" y="3419680"/>
        <a:ext cx="2784450" cy="1670670"/>
      </dsp:txXfrm>
    </dsp:sp>
    <dsp:sp modelId="{C9B1B6ED-E6FD-45A7-9BE0-649F02EF6864}">
      <dsp:nvSpPr>
        <dsp:cNvPr id="0" name=""/>
        <dsp:cNvSpPr/>
      </dsp:nvSpPr>
      <dsp:spPr>
        <a:xfrm>
          <a:off x="9195705" y="1645088"/>
          <a:ext cx="2784450" cy="16706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change_qpi_names.R</a:t>
          </a:r>
          <a:endParaRPr lang="en-GB" sz="1600" kern="1200" dirty="0"/>
        </a:p>
      </dsp:txBody>
      <dsp:txXfrm>
        <a:off x="9195705" y="1645088"/>
        <a:ext cx="2784450" cy="1670670"/>
      </dsp:txXfrm>
    </dsp:sp>
    <dsp:sp modelId="{D6990620-1108-400B-A620-B74EF4C1DB92}">
      <dsp:nvSpPr>
        <dsp:cNvPr id="0" name=""/>
        <dsp:cNvSpPr/>
      </dsp:nvSpPr>
      <dsp:spPr>
        <a:xfrm>
          <a:off x="226238" y="1774415"/>
          <a:ext cx="2784450" cy="1670670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err="1"/>
            <a:t>check</a:t>
          </a:r>
          <a:r>
            <a:rPr lang="en-GB" sz="1600" kern="1200"/>
            <a:t>_extracts</a:t>
          </a:r>
          <a:r>
            <a:rPr lang="en-GB" sz="1600" kern="1200" dirty="0" err="1"/>
            <a:t>.R</a:t>
          </a:r>
          <a:endParaRPr lang="en-GB" sz="1600" kern="1200" dirty="0"/>
        </a:p>
      </dsp:txBody>
      <dsp:txXfrm>
        <a:off x="226238" y="1774415"/>
        <a:ext cx="2784450" cy="1670670"/>
      </dsp:txXfrm>
    </dsp:sp>
    <dsp:sp modelId="{95310996-C784-473C-B92D-758DC78DBE68}">
      <dsp:nvSpPr>
        <dsp:cNvPr id="0" name=""/>
        <dsp:cNvSpPr/>
      </dsp:nvSpPr>
      <dsp:spPr>
        <a:xfrm>
          <a:off x="9195707" y="0"/>
          <a:ext cx="2784450" cy="1670670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create_lookup.R</a:t>
          </a:r>
          <a:endParaRPr lang="en-GB" sz="1600" kern="1200" dirty="0"/>
        </a:p>
      </dsp:txBody>
      <dsp:txXfrm>
        <a:off x="9195707" y="0"/>
        <a:ext cx="2784450" cy="1670670"/>
      </dsp:txXfrm>
    </dsp:sp>
    <dsp:sp modelId="{AFEE53EB-5BC9-4377-BCBC-DEB978747400}">
      <dsp:nvSpPr>
        <dsp:cNvPr id="0" name=""/>
        <dsp:cNvSpPr/>
      </dsp:nvSpPr>
      <dsp:spPr>
        <a:xfrm>
          <a:off x="3364954" y="4484075"/>
          <a:ext cx="2784450" cy="1670670"/>
        </a:xfrm>
        <a:prstGeom prst="rect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functions.R</a:t>
          </a:r>
          <a:endParaRPr lang="en-GB" sz="1600" kern="1200" dirty="0"/>
        </a:p>
      </dsp:txBody>
      <dsp:txXfrm>
        <a:off x="3364954" y="4484075"/>
        <a:ext cx="2784450" cy="1670670"/>
      </dsp:txXfrm>
    </dsp:sp>
    <dsp:sp modelId="{D8945820-A3EF-4E32-83C0-5FC7E3DEE9EE}">
      <dsp:nvSpPr>
        <dsp:cNvPr id="0" name=""/>
        <dsp:cNvSpPr/>
      </dsp:nvSpPr>
      <dsp:spPr>
        <a:xfrm>
          <a:off x="537316" y="2880109"/>
          <a:ext cx="2784450" cy="1670670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hb_hosp_qpi.R</a:t>
          </a:r>
          <a:endParaRPr lang="en-GB" sz="1600" kern="1200" dirty="0"/>
        </a:p>
      </dsp:txBody>
      <dsp:txXfrm>
        <a:off x="537316" y="2880109"/>
        <a:ext cx="2784450" cy="1670670"/>
      </dsp:txXfrm>
    </dsp:sp>
    <dsp:sp modelId="{5E683176-CE1D-4951-AE63-84F21D17C0AB}">
      <dsp:nvSpPr>
        <dsp:cNvPr id="0" name=""/>
        <dsp:cNvSpPr/>
      </dsp:nvSpPr>
      <dsp:spPr>
        <a:xfrm>
          <a:off x="106367" y="4923138"/>
          <a:ext cx="2784450" cy="1670670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generate_summary_in_excel.R</a:t>
          </a:r>
        </a:p>
      </dsp:txBody>
      <dsp:txXfrm>
        <a:off x="106367" y="4923138"/>
        <a:ext cx="2784450" cy="1670670"/>
      </dsp:txXfrm>
    </dsp:sp>
    <dsp:sp modelId="{4039EB67-CC04-40F0-A707-A3A076A1A7A9}">
      <dsp:nvSpPr>
        <dsp:cNvPr id="0" name=""/>
        <dsp:cNvSpPr/>
      </dsp:nvSpPr>
      <dsp:spPr>
        <a:xfrm>
          <a:off x="9195707" y="4960847"/>
          <a:ext cx="2784450" cy="16706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late_lookup_edits.R</a:t>
          </a:r>
          <a:endParaRPr lang="en-GB" sz="1600" kern="1200" dirty="0"/>
        </a:p>
      </dsp:txBody>
      <dsp:txXfrm>
        <a:off x="9195707" y="4960847"/>
        <a:ext cx="2784450" cy="1670670"/>
      </dsp:txXfrm>
    </dsp:sp>
    <dsp:sp modelId="{D46FE4A4-C409-41F8-AC0E-1A8D4F4172F5}">
      <dsp:nvSpPr>
        <dsp:cNvPr id="0" name=""/>
        <dsp:cNvSpPr/>
      </dsp:nvSpPr>
      <dsp:spPr>
        <a:xfrm>
          <a:off x="3369242" y="2672612"/>
          <a:ext cx="2784450" cy="1670670"/>
        </a:xfrm>
        <a:prstGeom prst="rect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 err="1"/>
            <a:t>packages.R</a:t>
          </a:r>
          <a:endParaRPr lang="en-GB" sz="1600" kern="1200" dirty="0"/>
        </a:p>
      </dsp:txBody>
      <dsp:txXfrm>
        <a:off x="3369242" y="2672612"/>
        <a:ext cx="2784450" cy="1670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B8DA2-4499-C80F-F1A1-24499C38E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7459A-4AF7-D5EC-A943-5925D9ADA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D623F-0C91-2B2D-9CBA-7C153437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B8739-93B9-4CB5-B22C-3EE500986FC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41C47-8FC2-93F8-0697-8F9102568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2C529-E4B8-E43F-1F92-3684098A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798F-1399-4D06-9DE1-C8EBD1E3FE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445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8C359-7066-EBC8-1E21-4E1134795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7658E-C108-E6F2-88B7-57787AC2C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4C097-5D95-4F04-2797-88F0B88D7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B8739-93B9-4CB5-B22C-3EE500986FC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9FB8D-81FB-09AE-442C-EEE0ED89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74B09-3783-DD8B-47E7-564BFD530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798F-1399-4D06-9DE1-C8EBD1E3FE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94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41C48-0665-D3DB-FD0D-2F610D308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A2E87-764D-1448-E507-3C388CF08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EB12F-ED5E-183A-03A8-4A5F5DD9D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B8739-93B9-4CB5-B22C-3EE500986FC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5E00F-01EA-F3F6-59EA-47D984040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57F8F-6F69-F4D3-7FCC-6E93D3C7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798F-1399-4D06-9DE1-C8EBD1E3FE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551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3C054-4FF2-C4EE-255E-041CE097A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9AF22-FC25-CAB4-4644-213C897EE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4939B-CFD1-7FD8-6D46-71A113C93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67A7A-D7D7-1E2F-7FED-612D954C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B8739-93B9-4CB5-B22C-3EE500986FC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AFB04-C9E2-8666-C116-EE4833E82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DDA72-DFE3-4EDB-3911-418D1930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798F-1399-4D06-9DE1-C8EBD1E3FE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344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1B715-1038-3B1A-E96A-9A2A9F396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8E984-E6D5-D43E-2D20-F07A9EB2F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DD5EB-8E9B-73C2-B6AE-E731E0518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7C8CB9-126C-EB2F-851D-66A50929F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EF8AE5-601C-F988-F9B7-0A2CB264C8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BCF289-8FD0-FB9D-FEFD-722FE2723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B8739-93B9-4CB5-B22C-3EE500986FC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097143-736B-19BD-820B-92273B972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493A8-6CEB-B90C-65E2-9A01DA1A4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798F-1399-4D06-9DE1-C8EBD1E3FE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439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00D8C-D2E5-D6A2-DA8E-22549F5F0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7689F-A6A5-9DF1-9F20-EE6ADBFD8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B8739-93B9-4CB5-B22C-3EE500986FC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243C6-EE77-0366-4001-F106B4F8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F1834-E130-1D3F-251A-61F33A6FC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798F-1399-4D06-9DE1-C8EBD1E3FE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36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1928F7-8FE6-7F48-CBE1-8ACA2E779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B8739-93B9-4CB5-B22C-3EE500986FC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FF1293-EAD0-56AA-F8B4-3C95ADD8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94151-D0DB-5706-D741-A9952288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798F-1399-4D06-9DE1-C8EBD1E3FE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895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DA48-6CDE-BE82-D6DF-80D4959B1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44339-D0A6-D19C-4F29-4B321CE37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E5266-3F14-195A-CF83-012FF0EF7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98B53-7558-E8DE-2716-A63306EA0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B8739-93B9-4CB5-B22C-3EE500986FC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7F343-F445-D449-1DFB-BA6D87EE9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6EEF6-4DBD-769B-7683-791B8E68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798F-1399-4D06-9DE1-C8EBD1E3FE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347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30B3B-75CA-AC7A-BCEC-27864D891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CCD9DA-9955-80DC-1405-2400FDC50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19D0E-BCCB-EC59-6640-C451CEC9D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8D36B-6907-88D3-3F27-11DCA6494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B8739-93B9-4CB5-B22C-3EE500986FC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647D7-0024-FE41-D5B1-FC054B47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015C1-EDAA-7711-5E50-7FD2F0B43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798F-1399-4D06-9DE1-C8EBD1E3FE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887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5C07-9623-B98D-E7ED-255B91687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48D3C-866C-E1C2-65AF-DA2F483BD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D9BDF-DAB0-CF87-DD85-44047B84E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B8739-93B9-4CB5-B22C-3EE500986FC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14A73-C349-351D-0343-92CB8796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B72BB-E1AB-EF49-2732-62F9076E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798F-1399-4D06-9DE1-C8EBD1E3FE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003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E549D8-4297-F0B5-7F2A-5E560E291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3594C-6ECB-D7DF-2CE3-E022EA958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4968A-3B83-CD5A-F99C-9F34D97C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B8739-93B9-4CB5-B22C-3EE500986FC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EB2E3-232C-AE62-2F3F-3CA9C101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B757A-271C-EDCC-0A66-96D2A74B6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798F-1399-4D06-9DE1-C8EBD1E3FE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33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473EA3-324E-FDD8-0510-E2C2790DF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2F7CF-85EE-1F27-F330-BC41AC73D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E6A0C-12B5-F138-6F7D-A39038754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B8739-93B9-4CB5-B22C-3EE500986FCD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39548-36A6-70C4-05B3-E21997F48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A9E43-63D5-73DA-D834-BECD5788D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C798F-1399-4D06-9DE1-C8EBD1E3FE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7335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2FC0B-E8AA-9E0C-0338-687C6CDA0E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QPI Dashboard prep scripts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8B17C1-A502-6DA5-CD27-D628EB05D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The R code</a:t>
            </a:r>
          </a:p>
        </p:txBody>
      </p:sp>
    </p:spTree>
    <p:extLst>
      <p:ext uri="{BB962C8B-B14F-4D97-AF65-F5344CB8AC3E}">
        <p14:creationId xmlns:p14="http://schemas.microsoft.com/office/powerpoint/2010/main" val="3693020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496DCFB-FF99-382E-015A-1074D07C18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6761244"/>
              </p:ext>
            </p:extLst>
          </p:nvPr>
        </p:nvGraphicFramePr>
        <p:xfrm>
          <a:off x="84842" y="105833"/>
          <a:ext cx="11980158" cy="66315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67ADE02A-6034-6347-F32E-5834E533DF5B}"/>
              </a:ext>
            </a:extLst>
          </p:cNvPr>
          <p:cNvSpPr/>
          <p:nvPr/>
        </p:nvSpPr>
        <p:spPr>
          <a:xfrm>
            <a:off x="2361545" y="105833"/>
            <a:ext cx="1937077" cy="1034941"/>
          </a:xfrm>
          <a:prstGeom prst="wedgeRectCallout">
            <a:avLst>
              <a:gd name="adj1" fmla="val 8077"/>
              <a:gd name="adj2" fmla="val 68403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accent6">
                    <a:lumMod val="75000"/>
                  </a:schemeClr>
                </a:solidFill>
              </a:rPr>
              <a:t>Core scripts, to be run one-at-a-time. </a:t>
            </a:r>
          </a:p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0734D8C0-EFF9-30B9-C6E9-4E5B753204F3}"/>
              </a:ext>
            </a:extLst>
          </p:cNvPr>
          <p:cNvSpPr/>
          <p:nvPr/>
        </p:nvSpPr>
        <p:spPr>
          <a:xfrm>
            <a:off x="3864989" y="1604909"/>
            <a:ext cx="1905000" cy="990600"/>
          </a:xfrm>
          <a:prstGeom prst="wedgeRectCallout">
            <a:avLst>
              <a:gd name="adj1" fmla="val -18017"/>
              <a:gd name="adj2" fmla="val 69470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Code that’s called from other scripts.</a:t>
            </a:r>
          </a:p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EC07E8A9-3625-03B5-57F6-E388C95D1E07}"/>
              </a:ext>
            </a:extLst>
          </p:cNvPr>
          <p:cNvSpPr/>
          <p:nvPr/>
        </p:nvSpPr>
        <p:spPr>
          <a:xfrm>
            <a:off x="8138176" y="213891"/>
            <a:ext cx="1270000" cy="601134"/>
          </a:xfrm>
          <a:prstGeom prst="wedgeRectCallout">
            <a:avLst>
              <a:gd name="adj1" fmla="val 56546"/>
              <a:gd name="adj2" fmla="val 130238"/>
            </a:avLst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chemeClr val="accent1"/>
                </a:solidFill>
              </a:rPr>
              <a:t>Optional</a:t>
            </a:r>
          </a:p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5DBFF31E-827A-1BAA-4E36-3888D2AE6170}"/>
              </a:ext>
            </a:extLst>
          </p:cNvPr>
          <p:cNvSpPr/>
          <p:nvPr/>
        </p:nvSpPr>
        <p:spPr>
          <a:xfrm>
            <a:off x="6873937" y="2125350"/>
            <a:ext cx="2306687" cy="952106"/>
          </a:xfrm>
          <a:prstGeom prst="wedgeRectCallout">
            <a:avLst>
              <a:gd name="adj1" fmla="val 18190"/>
              <a:gd name="adj2" fmla="val 88094"/>
            </a:avLst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7030A0"/>
                </a:solidFill>
              </a:rPr>
              <a:t>Generate background data</a:t>
            </a:r>
          </a:p>
          <a:p>
            <a:pPr algn="ctr"/>
            <a:endParaRPr lang="en-GB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519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23E10-009B-3EAE-6194-8050B48A8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</a:t>
            </a:r>
            <a:r>
              <a:rPr lang="en-GB"/>
              <a:t>of steps </a:t>
            </a:r>
            <a:r>
              <a:rPr lang="en-GB" dirty="0"/>
              <a:t>in the SOP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823C6-B5B8-CF4C-8113-1E49B47EF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/>
              <a:t>Set up folders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Create lookup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Extract data (BOXI)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Run code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Update Tableau</a:t>
            </a:r>
          </a:p>
          <a:p>
            <a:pPr marL="514350" indent="-514350">
              <a:buFont typeface="+mj-lt"/>
              <a:buAutoNum type="arabicPeriod"/>
            </a:pPr>
            <a:r>
              <a:rPr lang="en-GB">
                <a:latin typeface="Calibri" panose="020F0502020204030204" pitchFamily="34" charset="0"/>
                <a:cs typeface="Times New Roman" panose="02020603050405020304" pitchFamily="18" charset="0"/>
              </a:rPr>
              <a:t>Pull Request GitHub Changes and Create Release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441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23E10-009B-3EAE-6194-8050B48A8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Step 4 Run code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823C6-B5B8-CF4C-8113-1E49B47EF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1" indent="-457200">
              <a:buFont typeface="+mj-lt"/>
              <a:buAutoNum type="arabicPeriod" startAt="4"/>
            </a:pPr>
            <a:r>
              <a:rPr lang="en-GB"/>
              <a:t>Run code:</a:t>
            </a:r>
          </a:p>
          <a:p>
            <a:pPr lvl="1"/>
            <a:r>
              <a:rPr lang="en-GB"/>
              <a:t>housekeeping.R</a:t>
            </a:r>
          </a:p>
          <a:p>
            <a:pPr lvl="1"/>
            <a:r>
              <a:rPr lang="en-GB"/>
              <a:t>create_lookup.R </a:t>
            </a:r>
          </a:p>
          <a:p>
            <a:pPr lvl="1"/>
            <a:r>
              <a:rPr lang="en-GB"/>
              <a:t>check_extracts.R </a:t>
            </a:r>
          </a:p>
          <a:p>
            <a:pPr lvl="1"/>
            <a:r>
              <a:rPr lang="en-GB"/>
              <a:t>hb_hosp_qpi.R</a:t>
            </a:r>
          </a:p>
          <a:p>
            <a:pPr lvl="1"/>
            <a:r>
              <a:rPr lang="en-GB"/>
              <a:t>age_gender.R</a:t>
            </a:r>
          </a:p>
          <a:p>
            <a:pPr lvl="1"/>
            <a:r>
              <a:rPr lang="en-GB"/>
              <a:t>case_asc.R</a:t>
            </a:r>
          </a:p>
          <a:p>
            <a:pPr marL="457200" lvl="1" indent="0">
              <a:buNone/>
            </a:pPr>
            <a:endParaRPr lang="en-GB"/>
          </a:p>
          <a:p>
            <a:pPr>
              <a:buFont typeface="Wingdings" panose="05000000000000000000" pitchFamily="2" charset="2"/>
              <a:buChar char="v"/>
            </a:pPr>
            <a:r>
              <a:rPr lang="en-GB"/>
              <a:t>Optional: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/>
              <a:t>change_qpi_names.R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/>
              <a:t>change_hospital_names.R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/>
              <a:t>late_lookup_edits.R</a:t>
            </a:r>
          </a:p>
        </p:txBody>
      </p:sp>
    </p:spTree>
    <p:extLst>
      <p:ext uri="{BB962C8B-B14F-4D97-AF65-F5344CB8AC3E}">
        <p14:creationId xmlns:p14="http://schemas.microsoft.com/office/powerpoint/2010/main" val="3977691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4199b9c-a89e-442f-9799-431511f14748}" enabled="1" method="Privileged" siteId="{10efe0bd-a030-4bca-809c-b5e6745e499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179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QPI Dashboard prep scripts</vt:lpstr>
      <vt:lpstr>PowerPoint Presentation</vt:lpstr>
      <vt:lpstr>Summary of steps in the SOP</vt:lpstr>
      <vt:lpstr>Step 4 Run code </vt:lpstr>
    </vt:vector>
  </TitlesOfParts>
  <Company>NHSS National Services Scotland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QPI Dashboard prep scripts</dc:title>
  <dc:creator>Pauline Ward</dc:creator>
  <cp:lastModifiedBy>Pauline Ward</cp:lastModifiedBy>
  <cp:revision>6</cp:revision>
  <dcterms:created xsi:type="dcterms:W3CDTF">2024-02-26T08:50:03Z</dcterms:created>
  <dcterms:modified xsi:type="dcterms:W3CDTF">2026-09-18T10:51:11Z</dcterms:modified>
</cp:coreProperties>
</file>